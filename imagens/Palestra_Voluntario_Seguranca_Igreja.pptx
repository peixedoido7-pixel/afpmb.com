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Segurança na Igreja</a:t>
            </a:r>
          </a:p>
        </p:txBody>
      </p:sp>
      <p:pic>
        <p:nvPicPr>
          <p:cNvPr id="3" name="Picture 2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27819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22860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Voluntário de Segurança da Igreja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Postura Correta</a:t>
            </a:r>
          </a:p>
        </p:txBody>
      </p:sp>
      <p:pic>
        <p:nvPicPr>
          <p:cNvPr id="3" name="Picture 2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27819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22860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Calma, atenção e respeito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Leitura de Ambiente</a:t>
            </a:r>
          </a:p>
        </p:txBody>
      </p:sp>
      <p:pic>
        <p:nvPicPr>
          <p:cNvPr id="3" name="Picture 2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27819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22860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Observe antes que o problema apareça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Abordagem Educada</a:t>
            </a:r>
          </a:p>
        </p:txBody>
      </p:sp>
      <p:pic>
        <p:nvPicPr>
          <p:cNvPr id="3" name="Picture 2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27819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22860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Sempre com respeito e calma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Emergências</a:t>
            </a:r>
          </a:p>
        </p:txBody>
      </p:sp>
      <p:pic>
        <p:nvPicPr>
          <p:cNvPr id="3" name="Picture 2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27819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22860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Aja sem pânico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Espírito do Serviço</a:t>
            </a:r>
          </a:p>
        </p:txBody>
      </p:sp>
      <p:pic>
        <p:nvPicPr>
          <p:cNvPr id="3" name="Picture 2" descr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27819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22860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Servindo com amor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